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302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hephania Videla M.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D4B"/>
    <a:srgbClr val="114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0E8B5A-B411-4467-96A7-9847C09D1D8B}">
  <a:tblStyle styleId="{680E8B5A-B411-4467-96A7-9847C09D1D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hëphania Vidëla M." userId="6d8afa4db2ff0999" providerId="LiveId" clId="{3D1C8359-BDC4-421F-8CC0-582C637ABE8D}"/>
    <pc:docChg chg="custSel delSld modSld">
      <pc:chgData name="Sthëphania Vidëla M." userId="6d8afa4db2ff0999" providerId="LiveId" clId="{3D1C8359-BDC4-421F-8CC0-582C637ABE8D}" dt="2026-05-29T23:12:48.328" v="51" actId="6549"/>
      <pc:docMkLst>
        <pc:docMk/>
      </pc:docMkLst>
      <pc:sldChg chg="delSp mod modNotesTx">
        <pc:chgData name="Sthëphania Vidëla M." userId="6d8afa4db2ff0999" providerId="LiveId" clId="{3D1C8359-BDC4-421F-8CC0-582C637ABE8D}" dt="2026-05-29T23:12:48.328" v="51" actId="6549"/>
        <pc:sldMkLst>
          <pc:docMk/>
          <pc:sldMk cId="0" sldId="256"/>
        </pc:sldMkLst>
        <pc:spChg chg="del">
          <ac:chgData name="Sthëphania Vidëla M." userId="6d8afa4db2ff0999" providerId="LiveId" clId="{3D1C8359-BDC4-421F-8CC0-582C637ABE8D}" dt="2026-05-29T23:12:37.378" v="50" actId="478"/>
          <ac:spMkLst>
            <pc:docMk/>
            <pc:sldMk cId="0" sldId="256"/>
            <ac:spMk id="2" creationId="{6C72CEAC-96D0-ACF9-3529-B7A931DE6FC9}"/>
          </ac:spMkLst>
        </pc:spChg>
      </pc:sldChg>
      <pc:sldChg chg="del">
        <pc:chgData name="Sthëphania Vidëla M." userId="6d8afa4db2ff0999" providerId="LiveId" clId="{3D1C8359-BDC4-421F-8CC0-582C637ABE8D}" dt="2026-05-29T23:12:22.884" v="9" actId="47"/>
        <pc:sldMkLst>
          <pc:docMk/>
          <pc:sldMk cId="2500856470" sldId="281"/>
        </pc:sldMkLst>
      </pc:sldChg>
      <pc:sldChg chg="del">
        <pc:chgData name="Sthëphania Vidëla M." userId="6d8afa4db2ff0999" providerId="LiveId" clId="{3D1C8359-BDC4-421F-8CC0-582C637ABE8D}" dt="2026-05-29T23:12:22.372" v="8" actId="47"/>
        <pc:sldMkLst>
          <pc:docMk/>
          <pc:sldMk cId="910101" sldId="282"/>
        </pc:sldMkLst>
      </pc:sldChg>
      <pc:sldChg chg="del">
        <pc:chgData name="Sthëphania Vidëla M." userId="6d8afa4db2ff0999" providerId="LiveId" clId="{3D1C8359-BDC4-421F-8CC0-582C637ABE8D}" dt="2026-05-29T23:12:23.307" v="11" actId="47"/>
        <pc:sldMkLst>
          <pc:docMk/>
          <pc:sldMk cId="2776555504" sldId="283"/>
        </pc:sldMkLst>
      </pc:sldChg>
      <pc:sldChg chg="del">
        <pc:chgData name="Sthëphania Vidëla M." userId="6d8afa4db2ff0999" providerId="LiveId" clId="{3D1C8359-BDC4-421F-8CC0-582C637ABE8D}" dt="2026-05-29T23:12:23.455" v="12" actId="47"/>
        <pc:sldMkLst>
          <pc:docMk/>
          <pc:sldMk cId="829272204" sldId="290"/>
        </pc:sldMkLst>
      </pc:sldChg>
      <pc:sldChg chg="del">
        <pc:chgData name="Sthëphania Vidëla M." userId="6d8afa4db2ff0999" providerId="LiveId" clId="{3D1C8359-BDC4-421F-8CC0-582C637ABE8D}" dt="2026-05-29T23:12:23.158" v="10" actId="47"/>
        <pc:sldMkLst>
          <pc:docMk/>
          <pc:sldMk cId="2410148404" sldId="291"/>
        </pc:sldMkLst>
      </pc:sldChg>
      <pc:sldChg chg="del">
        <pc:chgData name="Sthëphania Vidëla M." userId="6d8afa4db2ff0999" providerId="LiveId" clId="{3D1C8359-BDC4-421F-8CC0-582C637ABE8D}" dt="2026-05-29T23:12:21.197" v="4" actId="47"/>
        <pc:sldMkLst>
          <pc:docMk/>
          <pc:sldMk cId="3848426835" sldId="300"/>
        </pc:sldMkLst>
      </pc:sldChg>
      <pc:sldChg chg="delSp mod delAnim">
        <pc:chgData name="Sthëphania Vidëla M." userId="6d8afa4db2ff0999" providerId="LiveId" clId="{3D1C8359-BDC4-421F-8CC0-582C637ABE8D}" dt="2026-05-29T23:12:17.124" v="2" actId="478"/>
        <pc:sldMkLst>
          <pc:docMk/>
          <pc:sldMk cId="2097574854" sldId="302"/>
        </pc:sldMkLst>
        <pc:spChg chg="del">
          <ac:chgData name="Sthëphania Vidëla M." userId="6d8afa4db2ff0999" providerId="LiveId" clId="{3D1C8359-BDC4-421F-8CC0-582C637ABE8D}" dt="2026-05-29T23:12:15.569" v="1" actId="478"/>
          <ac:spMkLst>
            <pc:docMk/>
            <pc:sldMk cId="2097574854" sldId="302"/>
            <ac:spMk id="2" creationId="{9D34D809-A459-D3C0-79A0-559E63E8A43A}"/>
          </ac:spMkLst>
        </pc:spChg>
        <pc:spChg chg="del">
          <ac:chgData name="Sthëphania Vidëla M." userId="6d8afa4db2ff0999" providerId="LiveId" clId="{3D1C8359-BDC4-421F-8CC0-582C637ABE8D}" dt="2026-05-29T23:12:17.124" v="2" actId="478"/>
          <ac:spMkLst>
            <pc:docMk/>
            <pc:sldMk cId="2097574854" sldId="302"/>
            <ac:spMk id="66" creationId="{358DCDA0-B673-DE15-5124-7668C5CC86E6}"/>
          </ac:spMkLst>
        </pc:spChg>
      </pc:sldChg>
      <pc:sldChg chg="del">
        <pc:chgData name="Sthëphania Vidëla M." userId="6d8afa4db2ff0999" providerId="LiveId" clId="{3D1C8359-BDC4-421F-8CC0-582C637ABE8D}" dt="2026-05-29T23:12:22.109" v="7" actId="47"/>
        <pc:sldMkLst>
          <pc:docMk/>
          <pc:sldMk cId="3211264807" sldId="303"/>
        </pc:sldMkLst>
      </pc:sldChg>
      <pc:sldChg chg="del">
        <pc:chgData name="Sthëphania Vidëla M." userId="6d8afa4db2ff0999" providerId="LiveId" clId="{3D1C8359-BDC4-421F-8CC0-582C637ABE8D}" dt="2026-05-29T23:12:21.535" v="5" actId="47"/>
        <pc:sldMkLst>
          <pc:docMk/>
          <pc:sldMk cId="2202971281" sldId="315"/>
        </pc:sldMkLst>
      </pc:sldChg>
      <pc:sldChg chg="del">
        <pc:chgData name="Sthëphania Vidëla M." userId="6d8afa4db2ff0999" providerId="LiveId" clId="{3D1C8359-BDC4-421F-8CC0-582C637ABE8D}" dt="2026-05-29T23:12:21.826" v="6" actId="47"/>
        <pc:sldMkLst>
          <pc:docMk/>
          <pc:sldMk cId="2802733120" sldId="316"/>
        </pc:sldMkLst>
      </pc:sldChg>
      <pc:sldChg chg="del">
        <pc:chgData name="Sthëphania Vidëla M." userId="6d8afa4db2ff0999" providerId="LiveId" clId="{3D1C8359-BDC4-421F-8CC0-582C637ABE8D}" dt="2026-05-29T23:12:20.667" v="3" actId="47"/>
        <pc:sldMkLst>
          <pc:docMk/>
          <pc:sldMk cId="774978261" sldId="318"/>
        </pc:sldMkLst>
      </pc:sldChg>
      <pc:sldChg chg="del">
        <pc:chgData name="Sthëphania Vidëla M." userId="6d8afa4db2ff0999" providerId="LiveId" clId="{3D1C8359-BDC4-421F-8CC0-582C637ABE8D}" dt="2026-05-29T23:12:24.447" v="17" actId="47"/>
        <pc:sldMkLst>
          <pc:docMk/>
          <pc:sldMk cId="398643836" sldId="321"/>
        </pc:sldMkLst>
      </pc:sldChg>
      <pc:sldChg chg="del">
        <pc:chgData name="Sthëphania Vidëla M." userId="6d8afa4db2ff0999" providerId="LiveId" clId="{3D1C8359-BDC4-421F-8CC0-582C637ABE8D}" dt="2026-05-29T23:12:13.642" v="0" actId="47"/>
        <pc:sldMkLst>
          <pc:docMk/>
          <pc:sldMk cId="1591452506" sldId="322"/>
        </pc:sldMkLst>
      </pc:sldChg>
      <pc:sldChg chg="del">
        <pc:chgData name="Sthëphania Vidëla M." userId="6d8afa4db2ff0999" providerId="LiveId" clId="{3D1C8359-BDC4-421F-8CC0-582C637ABE8D}" dt="2026-05-29T23:12:23.589" v="13" actId="47"/>
        <pc:sldMkLst>
          <pc:docMk/>
          <pc:sldMk cId="936314172" sldId="323"/>
        </pc:sldMkLst>
      </pc:sldChg>
      <pc:sldChg chg="del">
        <pc:chgData name="Sthëphania Vidëla M." userId="6d8afa4db2ff0999" providerId="LiveId" clId="{3D1C8359-BDC4-421F-8CC0-582C637ABE8D}" dt="2026-05-29T23:12:24.549" v="18" actId="47"/>
        <pc:sldMkLst>
          <pc:docMk/>
          <pc:sldMk cId="3080155880" sldId="324"/>
        </pc:sldMkLst>
      </pc:sldChg>
      <pc:sldChg chg="del">
        <pc:chgData name="Sthëphania Vidëla M." userId="6d8afa4db2ff0999" providerId="LiveId" clId="{3D1C8359-BDC4-421F-8CC0-582C637ABE8D}" dt="2026-05-29T23:12:23.816" v="14" actId="47"/>
        <pc:sldMkLst>
          <pc:docMk/>
          <pc:sldMk cId="908785563" sldId="325"/>
        </pc:sldMkLst>
      </pc:sldChg>
      <pc:sldChg chg="del">
        <pc:chgData name="Sthëphania Vidëla M." userId="6d8afa4db2ff0999" providerId="LiveId" clId="{3D1C8359-BDC4-421F-8CC0-582C637ABE8D}" dt="2026-05-29T23:12:24.355" v="16" actId="47"/>
        <pc:sldMkLst>
          <pc:docMk/>
          <pc:sldMk cId="455078696" sldId="326"/>
        </pc:sldMkLst>
      </pc:sldChg>
      <pc:sldChg chg="del">
        <pc:chgData name="Sthëphania Vidëla M." userId="6d8afa4db2ff0999" providerId="LiveId" clId="{3D1C8359-BDC4-421F-8CC0-582C637ABE8D}" dt="2026-05-29T23:12:24.162" v="15" actId="47"/>
        <pc:sldMkLst>
          <pc:docMk/>
          <pc:sldMk cId="1846984653" sldId="327"/>
        </pc:sldMkLst>
      </pc:sldChg>
      <pc:sldChg chg="del">
        <pc:chgData name="Sthëphania Vidëla M." userId="6d8afa4db2ff0999" providerId="LiveId" clId="{3D1C8359-BDC4-421F-8CC0-582C637ABE8D}" dt="2026-05-29T23:12:24.828" v="20" actId="47"/>
        <pc:sldMkLst>
          <pc:docMk/>
          <pc:sldMk cId="573414581" sldId="328"/>
        </pc:sldMkLst>
      </pc:sldChg>
      <pc:sldChg chg="del">
        <pc:chgData name="Sthëphania Vidëla M." userId="6d8afa4db2ff0999" providerId="LiveId" clId="{3D1C8359-BDC4-421F-8CC0-582C637ABE8D}" dt="2026-05-29T23:12:25.945" v="25" actId="47"/>
        <pc:sldMkLst>
          <pc:docMk/>
          <pc:sldMk cId="1623813813" sldId="329"/>
        </pc:sldMkLst>
      </pc:sldChg>
      <pc:sldChg chg="del">
        <pc:chgData name="Sthëphania Vidëla M." userId="6d8afa4db2ff0999" providerId="LiveId" clId="{3D1C8359-BDC4-421F-8CC0-582C637ABE8D}" dt="2026-05-29T23:12:24.942" v="21" actId="47"/>
        <pc:sldMkLst>
          <pc:docMk/>
          <pc:sldMk cId="1179695842" sldId="330"/>
        </pc:sldMkLst>
      </pc:sldChg>
      <pc:sldChg chg="del">
        <pc:chgData name="Sthëphania Vidëla M." userId="6d8afa4db2ff0999" providerId="LiveId" clId="{3D1C8359-BDC4-421F-8CC0-582C637ABE8D}" dt="2026-05-29T23:12:24.688" v="19" actId="47"/>
        <pc:sldMkLst>
          <pc:docMk/>
          <pc:sldMk cId="3195404457" sldId="331"/>
        </pc:sldMkLst>
      </pc:sldChg>
      <pc:sldChg chg="del">
        <pc:chgData name="Sthëphania Vidëla M." userId="6d8afa4db2ff0999" providerId="LiveId" clId="{3D1C8359-BDC4-421F-8CC0-582C637ABE8D}" dt="2026-05-29T23:12:25.501" v="22" actId="47"/>
        <pc:sldMkLst>
          <pc:docMk/>
          <pc:sldMk cId="1675025980" sldId="332"/>
        </pc:sldMkLst>
      </pc:sldChg>
      <pc:sldChg chg="del">
        <pc:chgData name="Sthëphania Vidëla M." userId="6d8afa4db2ff0999" providerId="LiveId" clId="{3D1C8359-BDC4-421F-8CC0-582C637ABE8D}" dt="2026-05-29T23:12:26.214" v="27" actId="47"/>
        <pc:sldMkLst>
          <pc:docMk/>
          <pc:sldMk cId="1993649554" sldId="333"/>
        </pc:sldMkLst>
      </pc:sldChg>
      <pc:sldChg chg="del">
        <pc:chgData name="Sthëphania Vidëla M." userId="6d8afa4db2ff0999" providerId="LiveId" clId="{3D1C8359-BDC4-421F-8CC0-582C637ABE8D}" dt="2026-05-29T23:12:25.693" v="23" actId="47"/>
        <pc:sldMkLst>
          <pc:docMk/>
          <pc:sldMk cId="1905610007" sldId="334"/>
        </pc:sldMkLst>
      </pc:sldChg>
      <pc:sldChg chg="del">
        <pc:chgData name="Sthëphania Vidëla M." userId="6d8afa4db2ff0999" providerId="LiveId" clId="{3D1C8359-BDC4-421F-8CC0-582C637ABE8D}" dt="2026-05-29T23:12:25.818" v="24" actId="47"/>
        <pc:sldMkLst>
          <pc:docMk/>
          <pc:sldMk cId="1402987062" sldId="335"/>
        </pc:sldMkLst>
      </pc:sldChg>
      <pc:sldChg chg="del">
        <pc:chgData name="Sthëphania Vidëla M." userId="6d8afa4db2ff0999" providerId="LiveId" clId="{3D1C8359-BDC4-421F-8CC0-582C637ABE8D}" dt="2026-05-29T23:12:26.077" v="26" actId="47"/>
        <pc:sldMkLst>
          <pc:docMk/>
          <pc:sldMk cId="1018895499" sldId="337"/>
        </pc:sldMkLst>
      </pc:sldChg>
      <pc:sldChg chg="del">
        <pc:chgData name="Sthëphania Vidëla M." userId="6d8afa4db2ff0999" providerId="LiveId" clId="{3D1C8359-BDC4-421F-8CC0-582C637ABE8D}" dt="2026-05-29T23:12:26.609" v="28" actId="47"/>
        <pc:sldMkLst>
          <pc:docMk/>
          <pc:sldMk cId="1839130430" sldId="338"/>
        </pc:sldMkLst>
      </pc:sldChg>
      <pc:sldChg chg="del">
        <pc:chgData name="Sthëphania Vidëla M." userId="6d8afa4db2ff0999" providerId="LiveId" clId="{3D1C8359-BDC4-421F-8CC0-582C637ABE8D}" dt="2026-05-29T23:12:26.816" v="29" actId="47"/>
        <pc:sldMkLst>
          <pc:docMk/>
          <pc:sldMk cId="2604842094" sldId="339"/>
        </pc:sldMkLst>
      </pc:sldChg>
      <pc:sldChg chg="del">
        <pc:chgData name="Sthëphania Vidëla M." userId="6d8afa4db2ff0999" providerId="LiveId" clId="{3D1C8359-BDC4-421F-8CC0-582C637ABE8D}" dt="2026-05-29T23:12:26.935" v="30" actId="47"/>
        <pc:sldMkLst>
          <pc:docMk/>
          <pc:sldMk cId="3560202716" sldId="340"/>
        </pc:sldMkLst>
      </pc:sldChg>
      <pc:sldChg chg="del">
        <pc:chgData name="Sthëphania Vidëla M." userId="6d8afa4db2ff0999" providerId="LiveId" clId="{3D1C8359-BDC4-421F-8CC0-582C637ABE8D}" dt="2026-05-29T23:12:27.070" v="31" actId="47"/>
        <pc:sldMkLst>
          <pc:docMk/>
          <pc:sldMk cId="1143825883" sldId="341"/>
        </pc:sldMkLst>
      </pc:sldChg>
      <pc:sldChg chg="del">
        <pc:chgData name="Sthëphania Vidëla M." userId="6d8afa4db2ff0999" providerId="LiveId" clId="{3D1C8359-BDC4-421F-8CC0-582C637ABE8D}" dt="2026-05-29T23:12:27.213" v="32" actId="47"/>
        <pc:sldMkLst>
          <pc:docMk/>
          <pc:sldMk cId="3376413900" sldId="342"/>
        </pc:sldMkLst>
      </pc:sldChg>
      <pc:sldChg chg="del">
        <pc:chgData name="Sthëphania Vidëla M." userId="6d8afa4db2ff0999" providerId="LiveId" clId="{3D1C8359-BDC4-421F-8CC0-582C637ABE8D}" dt="2026-05-29T23:12:28.063" v="33" actId="47"/>
        <pc:sldMkLst>
          <pc:docMk/>
          <pc:sldMk cId="3386549604" sldId="343"/>
        </pc:sldMkLst>
      </pc:sldChg>
      <pc:sldChg chg="del">
        <pc:chgData name="Sthëphania Vidëla M." userId="6d8afa4db2ff0999" providerId="LiveId" clId="{3D1C8359-BDC4-421F-8CC0-582C637ABE8D}" dt="2026-05-29T23:12:28.261" v="34" actId="47"/>
        <pc:sldMkLst>
          <pc:docMk/>
          <pc:sldMk cId="1931748191" sldId="344"/>
        </pc:sldMkLst>
      </pc:sldChg>
      <pc:sldChg chg="del">
        <pc:chgData name="Sthëphania Vidëla M." userId="6d8afa4db2ff0999" providerId="LiveId" clId="{3D1C8359-BDC4-421F-8CC0-582C637ABE8D}" dt="2026-05-29T23:12:28.380" v="35" actId="47"/>
        <pc:sldMkLst>
          <pc:docMk/>
          <pc:sldMk cId="2403845895" sldId="345"/>
        </pc:sldMkLst>
      </pc:sldChg>
      <pc:sldChg chg="del">
        <pc:chgData name="Sthëphania Vidëla M." userId="6d8afa4db2ff0999" providerId="LiveId" clId="{3D1C8359-BDC4-421F-8CC0-582C637ABE8D}" dt="2026-05-29T23:12:28.614" v="36" actId="47"/>
        <pc:sldMkLst>
          <pc:docMk/>
          <pc:sldMk cId="3686037556" sldId="346"/>
        </pc:sldMkLst>
      </pc:sldChg>
      <pc:sldChg chg="del">
        <pc:chgData name="Sthëphania Vidëla M." userId="6d8afa4db2ff0999" providerId="LiveId" clId="{3D1C8359-BDC4-421F-8CC0-582C637ABE8D}" dt="2026-05-29T23:12:28.835" v="37" actId="47"/>
        <pc:sldMkLst>
          <pc:docMk/>
          <pc:sldMk cId="3588951478" sldId="347"/>
        </pc:sldMkLst>
      </pc:sldChg>
      <pc:sldChg chg="del">
        <pc:chgData name="Sthëphania Vidëla M." userId="6d8afa4db2ff0999" providerId="LiveId" clId="{3D1C8359-BDC4-421F-8CC0-582C637ABE8D}" dt="2026-05-29T23:12:29.521" v="39" actId="47"/>
        <pc:sldMkLst>
          <pc:docMk/>
          <pc:sldMk cId="2727643799" sldId="349"/>
        </pc:sldMkLst>
      </pc:sldChg>
      <pc:sldChg chg="del">
        <pc:chgData name="Sthëphania Vidëla M." userId="6d8afa4db2ff0999" providerId="LiveId" clId="{3D1C8359-BDC4-421F-8CC0-582C637ABE8D}" dt="2026-05-29T23:12:30.082" v="40" actId="47"/>
        <pc:sldMkLst>
          <pc:docMk/>
          <pc:sldMk cId="92337612" sldId="350"/>
        </pc:sldMkLst>
      </pc:sldChg>
      <pc:sldChg chg="del">
        <pc:chgData name="Sthëphania Vidëla M." userId="6d8afa4db2ff0999" providerId="LiveId" clId="{3D1C8359-BDC4-421F-8CC0-582C637ABE8D}" dt="2026-05-29T23:12:29.032" v="38" actId="47"/>
        <pc:sldMkLst>
          <pc:docMk/>
          <pc:sldMk cId="2510967449" sldId="351"/>
        </pc:sldMkLst>
      </pc:sldChg>
      <pc:sldChg chg="del">
        <pc:chgData name="Sthëphania Vidëla M." userId="6d8afa4db2ff0999" providerId="LiveId" clId="{3D1C8359-BDC4-421F-8CC0-582C637ABE8D}" dt="2026-05-29T23:12:30.282" v="41" actId="47"/>
        <pc:sldMkLst>
          <pc:docMk/>
          <pc:sldMk cId="3046382314" sldId="352"/>
        </pc:sldMkLst>
      </pc:sldChg>
      <pc:sldChg chg="del">
        <pc:chgData name="Sthëphania Vidëla M." userId="6d8afa4db2ff0999" providerId="LiveId" clId="{3D1C8359-BDC4-421F-8CC0-582C637ABE8D}" dt="2026-05-29T23:12:30.623" v="42" actId="47"/>
        <pc:sldMkLst>
          <pc:docMk/>
          <pc:sldMk cId="2637612172" sldId="353"/>
        </pc:sldMkLst>
      </pc:sldChg>
      <pc:sldChg chg="del">
        <pc:chgData name="Sthëphania Vidëla M." userId="6d8afa4db2ff0999" providerId="LiveId" clId="{3D1C8359-BDC4-421F-8CC0-582C637ABE8D}" dt="2026-05-29T23:12:31.091" v="44" actId="47"/>
        <pc:sldMkLst>
          <pc:docMk/>
          <pc:sldMk cId="2587633237" sldId="354"/>
        </pc:sldMkLst>
      </pc:sldChg>
      <pc:sldChg chg="del">
        <pc:chgData name="Sthëphania Vidëla M." userId="6d8afa4db2ff0999" providerId="LiveId" clId="{3D1C8359-BDC4-421F-8CC0-582C637ABE8D}" dt="2026-05-29T23:12:31.285" v="45" actId="47"/>
        <pc:sldMkLst>
          <pc:docMk/>
          <pc:sldMk cId="1537130244" sldId="355"/>
        </pc:sldMkLst>
      </pc:sldChg>
      <pc:sldChg chg="del">
        <pc:chgData name="Sthëphania Vidëla M." userId="6d8afa4db2ff0999" providerId="LiveId" clId="{3D1C8359-BDC4-421F-8CC0-582C637ABE8D}" dt="2026-05-29T23:12:31.487" v="46" actId="47"/>
        <pc:sldMkLst>
          <pc:docMk/>
          <pc:sldMk cId="1913231117" sldId="356"/>
        </pc:sldMkLst>
      </pc:sldChg>
      <pc:sldChg chg="del">
        <pc:chgData name="Sthëphania Vidëla M." userId="6d8afa4db2ff0999" providerId="LiveId" clId="{3D1C8359-BDC4-421F-8CC0-582C637ABE8D}" dt="2026-05-29T23:12:32.234" v="47" actId="47"/>
        <pc:sldMkLst>
          <pc:docMk/>
          <pc:sldMk cId="1894467988" sldId="357"/>
        </pc:sldMkLst>
      </pc:sldChg>
      <pc:sldChg chg="del">
        <pc:chgData name="Sthëphania Vidëla M." userId="6d8afa4db2ff0999" providerId="LiveId" clId="{3D1C8359-BDC4-421F-8CC0-582C637ABE8D}" dt="2026-05-29T23:12:32.660" v="48" actId="47"/>
        <pc:sldMkLst>
          <pc:docMk/>
          <pc:sldMk cId="2380160614" sldId="358"/>
        </pc:sldMkLst>
      </pc:sldChg>
      <pc:sldChg chg="del">
        <pc:chgData name="Sthëphania Vidëla M." userId="6d8afa4db2ff0999" providerId="LiveId" clId="{3D1C8359-BDC4-421F-8CC0-582C637ABE8D}" dt="2026-05-29T23:12:33.247" v="49" actId="47"/>
        <pc:sldMkLst>
          <pc:docMk/>
          <pc:sldMk cId="3171099530" sldId="359"/>
        </pc:sldMkLst>
      </pc:sldChg>
      <pc:sldChg chg="del">
        <pc:chgData name="Sthëphania Vidëla M." userId="6d8afa4db2ff0999" providerId="LiveId" clId="{3D1C8359-BDC4-421F-8CC0-582C637ABE8D}" dt="2026-05-29T23:12:30.839" v="43" actId="47"/>
        <pc:sldMkLst>
          <pc:docMk/>
          <pc:sldMk cId="3105573493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5158517D-4808-B7C7-15BD-4544902D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539a1ef91_0_1:notes">
            <a:extLst>
              <a:ext uri="{FF2B5EF4-FFF2-40B4-BE49-F238E27FC236}">
                <a16:creationId xmlns:a16="http://schemas.microsoft.com/office/drawing/2014/main" id="{D4A6E5CE-5B22-3AB5-BBCB-B409A77C9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539a1ef91_0_1:notes">
            <a:extLst>
              <a:ext uri="{FF2B5EF4-FFF2-40B4-BE49-F238E27FC236}">
                <a16:creationId xmlns:a16="http://schemas.microsoft.com/office/drawing/2014/main" id="{D9555BAB-CE3E-B01D-DCDC-F5E3BF8BC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34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fondos-teams-zoom_0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3452B45-57CB-62F9-0054-CFBF808D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61C442-253B-F9A5-FFB2-3FBC240C8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7485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0</Words>
  <Application>Microsoft Office PowerPoint</Application>
  <PresentationFormat>Presentación en pantalla (16:9)</PresentationFormat>
  <Paragraphs>0</Paragraphs>
  <Slides>2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Simple Light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Sthephania</dc:creator>
  <cp:lastModifiedBy>Sthëphania Vidëla M.</cp:lastModifiedBy>
  <cp:revision>133</cp:revision>
  <dcterms:modified xsi:type="dcterms:W3CDTF">2026-05-29T23:12:50Z</dcterms:modified>
</cp:coreProperties>
</file>